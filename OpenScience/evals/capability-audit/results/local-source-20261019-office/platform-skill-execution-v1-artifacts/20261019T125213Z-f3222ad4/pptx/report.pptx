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/>
              <a:t>EviMed evidence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/>
              <a:t>EviMed evidence report</a:t>
            </a:r>
            <a:endParaRPr lang="en-US"/>
          </a:p>
          <a:p>
            <a:r>
              <a:rPr lang="en-US" sz="1800"/>
              <a:t>Traceable result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Med">
  <a:themeElements>
    <a:clrScheme name="EviMed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9333EA"/>
      </a:accent3>
      <a:accent4>
        <a:srgbClr val="C2410C"/>
      </a:accent4>
      <a:accent5>
        <a:srgbClr val="0369A1"/>
      </a:accent5>
      <a:accent6>
        <a:srgbClr val="4D7C0F"/>
      </a:accent6>
      <a:hlink>
        <a:srgbClr val="0563C1"/>
      </a:hlink>
      <a:folHlink>
        <a:srgbClr val="954F72"/>
      </a:folHlink>
    </a:clrScheme>
    <a:fontScheme name="EviMe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viMe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